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5840" y="2103120"/>
            <a:ext cx="50292" cy="13258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25880" y="201168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仓储管理系统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25880" y="3127248"/>
            <a:ext cx="9144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面向对象程序设计课程设计 · 进阶项目三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25880" y="3794760"/>
            <a:ext cx="5166360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1325880" y="406908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钱昊（组长） · 黄雨轩 · 马俊浩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24 计算机科学与技术（2）班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功能简介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005840" y="16276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系统功能模块划分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5047488" y="1993392"/>
            <a:ext cx="2103120" cy="566928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47488" y="2139696"/>
            <a:ext cx="21031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仓储管理系统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481431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1431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进货单管理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1431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黄雨轩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5719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销售单管理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马俊浩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90007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90007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库存盘点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0007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马俊浩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94295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4295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库存统计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94295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黄雨轩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98583" y="3291840"/>
            <a:ext cx="2011680" cy="896112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8583" y="3438144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备份与恢复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8583" y="3822191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钱昊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99048" y="2560320"/>
            <a:ext cx="0" cy="292608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1487271" y="2852928"/>
            <a:ext cx="9217152" cy="0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1487271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3791559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6095847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8400135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10704423" y="2852928"/>
            <a:ext cx="0" cy="438912"/>
          </a:xfrm>
          <a:prstGeom prst="line">
            <a:avLst/>
          </a:prstGeom>
          <a:ln w="9525">
            <a:solidFill>
              <a:srgbClr val="D8D8D8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1005840" y="4617720"/>
            <a:ext cx="10177272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公共支撑层（钱昊 · 组长）</a:t>
            </a:r>
          </a:p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数据库连接工具 DBUtil　·　商品数据层 Goods / GoodsDAO　·　主界面框架 MainFrame　·　事件监听 StockEventManager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设计简介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005840" y="1627632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系统分层架构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048256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界面层  (Swing)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05840" y="2505456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3931920" y="2048256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MainFrame 主框架　PurchaseDialog / SaleDialog 单据录入　StockCheckFrame 盘点　StatDialog 统计　DbBackupFrame 备份恢复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80944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业务与数据访问层  (DAO)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5840" y="3438144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3931920" y="2980944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PurchaseOrderDAO / PurchaseDAO　SaleDAO / SaleOrderDAO　GoodsDAO　StockStatDAO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913631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基础服务层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05840" y="4370831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3931920" y="3913631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DBUtil 数据库连接与释放　StockEventManager 事件发布　StockChangeListener 监听接口　DbBackupUtil 备份 / 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846319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数据存储层  (MySQL)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40" y="5303519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3931920" y="4846319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goods 商品表　purchase / purchaseitem　sale / saleitem　supplier / customer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模块演示 · 进货单管理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负责人：黄雨轩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1005840" y="1810512"/>
            <a:ext cx="6675120" cy="416052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85031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【 此处插入运行截图 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6675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微软雅黑"/>
                <a:ea typeface="微软雅黑"/>
                <a:cs typeface="微软雅黑"/>
              </a:rPr>
              <a:t>运行程序 → 演示该功能 → 截图粘贴到本区域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功能要点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录入供应商、商品、进货数量与单价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自动计算进货总价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保存后自动增加商品库存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输入校验：非空、数量须大于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关键技术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数据库事务：提交 / 回滚保证一致性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语句预编译，并取回自增的主键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进货主表与明细表同时写入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库存联动：stock = stock + 数量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模块演示 · 销售单管理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负责人：马俊浩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1005840" y="1810512"/>
            <a:ext cx="6675120" cy="416052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85031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【 此处插入运行截图 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6675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微软雅黑"/>
                <a:ea typeface="微软雅黑"/>
                <a:cs typeface="微软雅黑"/>
              </a:rPr>
              <a:t>运行程序 → 演示该功能 → 截图粘贴到本区域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功能要点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录入客户、商品、销售数量与单价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自动计算销售总金额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保存后自动扣减商品库存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库存不足时保存失败并提示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关键技术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事务写入主表 sale 与明细表 saleitem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库存联动：stock = stock − 数量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返回成功 / 失败，由界面提示结果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按钮事件用 lambda 注册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模块演示 · 库存盘点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负责人：马俊浩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1005840" y="1810512"/>
            <a:ext cx="6675120" cy="416052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85031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【 此处插入运行截图 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6675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微软雅黑"/>
                <a:ea typeface="微软雅黑"/>
                <a:cs typeface="微软雅黑"/>
              </a:rPr>
              <a:t>运行程序 → 演示该功能 → 截图粘贴到本区域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功能要点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表格展示商品编号、名称、系统库存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仅「实际盘点数」一列可编辑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输入后自动计算盘盈盘亏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保存后批量更新库存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关键技术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JTable 配合自定义表格模型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监听单元格变化，实时算盈亏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手工事务批量提交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异常时忽略非法输入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模块演示 · 库存统计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负责人：黄雨轩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1005840" y="1810512"/>
            <a:ext cx="6675120" cy="416052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85031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【 此处插入运行截图 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6675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微软雅黑"/>
                <a:ea typeface="微软雅黑"/>
                <a:cs typeface="微软雅黑"/>
              </a:rPr>
              <a:t>运行程序 → 演示该功能 → 截图粘贴到本区域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功能要点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统计本月进货总量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统计本月销售总量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结果实时展示在界面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为库存决策提供依据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关键技术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SQL 聚合查询，按时间条件筛选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结果用 Map 封装返回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按钮触发 → 调用数据类 → 刷新显示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数据访问与界面展示分离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模块演示 · 数据库备份与恢复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822960"/>
            <a:ext cx="2770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负责人：钱昊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5" name="Rectangle 4"/>
          <p:cNvSpPr/>
          <p:nvPr/>
        </p:nvSpPr>
        <p:spPr>
          <a:xfrm>
            <a:off x="1005840" y="1810512"/>
            <a:ext cx="6675120" cy="416052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85031"/>
            <a:ext cx="6675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【 此处插入运行截图 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6675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微软雅黑"/>
                <a:ea typeface="微软雅黑"/>
                <a:cs typeface="微软雅黑"/>
              </a:rPr>
              <a:t>运行程序 → 演示该功能 → 截图粘贴到本区域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810512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功能要点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0" y="2157984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001000" y="2340864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一键备份数据库到指定文件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779776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从备份文件恢复数据库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218688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进度条实时反馈进度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3657600"/>
            <a:ext cx="31821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避免误操作造成数据丢失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4206240"/>
            <a:ext cx="318211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关键技术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1000" y="4553712"/>
            <a:ext cx="3182112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001000" y="4700016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另开线程执行，界面不卡顿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JProgressBar 显示进度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5577840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备份与恢复封装在工具类中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6016752"/>
            <a:ext cx="318211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— 备份到 c:/cangchu_backup.sql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7498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团队分工与系统亮点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1005840" y="141732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005840" y="16916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成员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77639" y="169164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负责模块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1691640"/>
            <a:ext cx="16733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8A8A8A"/>
                </a:solidFill>
                <a:latin typeface="微软雅黑"/>
                <a:ea typeface="微软雅黑"/>
                <a:cs typeface="微软雅黑"/>
              </a:rPr>
              <a:t>代码量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" y="2057400"/>
            <a:ext cx="10180015" cy="0"/>
          </a:xfrm>
          <a:prstGeom prst="line">
            <a:avLst/>
          </a:prstGeom>
          <a:ln w="12700">
            <a:solidFill>
              <a:srgbClr val="1A1A1A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1005840" y="224028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钱昊（组长）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224028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公共支撑层 · 数据库备份与恢复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2240280"/>
            <a:ext cx="16733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约 320 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05840" y="2715768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1005840" y="28803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黄雨轩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8803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进货单管理 · 库存统计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880360"/>
            <a:ext cx="16733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约 412 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40" y="3355848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1005840" y="35204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马俊浩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39" y="352044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销售单管理 · 库存盘点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3520440"/>
            <a:ext cx="16733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约 409 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05840" y="3995928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1005840" y="44165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1A1A1A"/>
                </a:solidFill>
                <a:latin typeface="微软雅黑"/>
                <a:ea typeface="微软雅黑"/>
                <a:cs typeface="微软雅黑"/>
              </a:rPr>
              <a:t>系统亮点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05840" y="4800600"/>
            <a:ext cx="10180015" cy="0"/>
          </a:xfrm>
          <a:prstGeom prst="line">
            <a:avLst/>
          </a:prstGeom>
          <a:ln w="9525">
            <a:solidFill>
              <a:srgbClr val="DDDDDD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1005840" y="4946904"/>
            <a:ext cx="2834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事务保证数据一致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4946904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进货、销售的单据与库存更新在同一次事务内提交，失败自动回滚。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367528"/>
            <a:ext cx="2834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库存变动自动通知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5367528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库存一变就统一发出通知，各界面自行刷新，模块之间不再互相调用。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788152"/>
            <a:ext cx="2834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三条库存链路闭环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39" y="5788152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进货自动加库存、销售自动减库存、盘点校正库存。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6208776"/>
            <a:ext cx="2834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数据一键备份恢复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39" y="6208776"/>
            <a:ext cx="7223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444444"/>
                </a:solidFill>
                <a:latin typeface="微软雅黑"/>
                <a:ea typeface="微软雅黑"/>
                <a:cs typeface="微软雅黑"/>
              </a:rPr>
              <a:t>另开线程执行并显示进度，备份时界面不卡顿。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